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41448" y="0"/>
            <a:ext cx="244144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82896" y="0"/>
            <a:ext cx="244144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24344" y="0"/>
            <a:ext cx="2441448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65792" y="0"/>
            <a:ext cx="2425903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739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Coverage Explorer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0" y="647395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concept prototype • synthetic data only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historical-coverage-explorer.vercel.app" TargetMode="External"/><Relationship Id="rId2" Type="http://schemas.openxmlformats.org/officeDocument/2006/relationships/hyperlink" Target="https://github.com/mansii-28/historical-coverage-explorer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historical-coverage-explorer.vercel.app" TargetMode="External"/><Relationship Id="rId2" Type="http://schemas.openxmlformats.org/officeDocument/2006/relationships/hyperlink" Target="https://github.com/mansii-28/historical-coverage-explorer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 w="12700">
            <a:solidFill>
              <a:srgbClr val="0A11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441448" cy="1097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41448" y="0"/>
            <a:ext cx="244144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82896" y="0"/>
            <a:ext cx="2441448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0"/>
            <a:ext cx="2441448" cy="1097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65792" y="0"/>
            <a:ext cx="244144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713232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DDEAFE"/>
          </a:solidFill>
          <a:ln w="12700">
            <a:solidFill>
              <a:srgbClr val="DD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777240"/>
            <a:ext cx="2596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+ ENGINEERING FOLLOW-UP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234440"/>
            <a:ext cx="6492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Historical Coverage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Explorer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13232" y="281635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Effective-dated insurance coverage prototype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3410712"/>
            <a:ext cx="5760720" cy="10241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Carly’s example stayed with me after our conversation, so I spent time thinking through how I might approach it from both a Product and Engineering perspective.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60920" y="1051560"/>
            <a:ext cx="3886200" cy="4251960"/>
          </a:xfrm>
          <a:prstGeom prst="roundRect">
            <a:avLst>
              <a:gd name="adj" fmla="val 1176"/>
            </a:avLst>
          </a:prstGeom>
          <a:solidFill>
            <a:srgbClr val="111C3A">
              <a:alpha val="95000"/>
            </a:srgbClr>
          </a:solidFill>
          <a:ln w="15240">
            <a:solidFill>
              <a:srgbClr val="2841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99248" y="1417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QUESTION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99248" y="1792224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coverage existed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 the date of loss?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699248" y="28163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9C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Not: Is the vehicle active today?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99248" y="37307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18" name="Text 16">
            <a:hlinkClick r:id="rId1" tooltip=""/>
          </p:cNvPr>
          <p:cNvSpPr/>
          <p:nvPr/>
        </p:nvSpPr>
        <p:spPr>
          <a:xfrm>
            <a:off x="7699248" y="4023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historical-coverage-explorer.vercel.app</a:t>
            </a:r>
            <a:endParaRPr lang="en-US" sz="1300" dirty="0"/>
          </a:p>
        </p:txBody>
      </p:sp>
      <p:sp>
        <p:nvSpPr>
          <p:cNvPr id="19" name="Text 17">
            <a:hlinkClick r:id="rId2" tooltip=""/>
          </p:cNvPr>
          <p:cNvSpPr/>
          <p:nvPr/>
        </p:nvSpPr>
        <p:spPr>
          <a:xfrm>
            <a:off x="7699248" y="4663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B9C7DE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github.com/mansii-28/historical-coverage-explorer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3232" y="6172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concept prototype • synthetic data only • not an official Tint product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product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coverage can outlive the active policy experience.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current-state-only system can lose the context needed to answer the real insurance question: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190195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40A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“What coverage existed on the date of loss?”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143000" y="3794760"/>
            <a:ext cx="81381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1288" y="3502152"/>
            <a:ext cx="310896" cy="3108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40050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starts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30168" y="3502152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 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44952" y="40050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Accident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of loss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99048" y="3502152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 15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13832" y="40050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 removed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active fleet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567928" y="3502152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 10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82712" y="40050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filed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retrospectively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646920" y="1417320"/>
            <a:ext cx="1920240" cy="3291840"/>
          </a:xfrm>
          <a:prstGeom prst="roundRect">
            <a:avLst>
              <a:gd name="adj" fmla="val 1905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46920" y="1417320"/>
            <a:ext cx="64008" cy="3291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11512" y="15453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mode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11512" y="1865376"/>
            <a:ext cx="1627632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claim resolver only looks at today’s active fleet, it may conclude “vehicle not found” even when the accident happened during valid coverage.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857232" y="49834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insight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857232" y="530352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Active state ≠ historical truth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product approach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historical truth, make the decision path deterministic, and fail safely.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5257800" cy="1691640"/>
          </a:xfrm>
          <a:prstGeom prst="roundRect">
            <a:avLst>
              <a:gd name="adj" fmla="val 2162"/>
            </a:avLst>
          </a:prstGeom>
          <a:solidFill>
            <a:srgbClr val="ECFE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682496"/>
            <a:ext cx="411480" cy="41148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465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44752" y="167335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Effective-dated coverage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44752" y="2075688"/>
            <a:ext cx="4069080" cy="7680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 terms as [valid_from, valid_to). Current coverage uses valid_to = NULL.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257800" cy="1691640"/>
          </a:xfrm>
          <a:prstGeom prst="roundRect">
            <a:avLst>
              <a:gd name="adj" fmla="val 2162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08" y="1682496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7465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22592" y="167335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 vehicle removal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22592" y="2075688"/>
            <a:ext cx="4069080" cy="7680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active state without deleting historical policy or coverage records.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85800" y="3703320"/>
            <a:ext cx="5257800" cy="1691640"/>
          </a:xfrm>
          <a:prstGeom prst="roundRect">
            <a:avLst>
              <a:gd name="adj" fmla="val 216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" y="3922776"/>
            <a:ext cx="411480" cy="41148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9867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44752" y="391363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Immutable claim pinning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44752" y="4315968"/>
            <a:ext cx="4069080" cy="7680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store coverage_version_id so future policy changes cannot rewrite historical context.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263640" y="3703320"/>
            <a:ext cx="5257800" cy="1691640"/>
          </a:xfrm>
          <a:prstGeom prst="roundRect">
            <a:avLst>
              <a:gd name="adj" fmla="val 2162"/>
            </a:avLst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4808" y="3922776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39867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22592" y="391363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review guardrail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22592" y="4315968"/>
            <a:ext cx="4069080" cy="7680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deterministic match → REQUIRES_MANUAL_REVIEW. Never automated denial.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1828800" y="5760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can optimize reads. It should not become the historical source of truth.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live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vehicle. Two dates of loss. Two safe, explainable outcomes.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03520" cy="4480560"/>
          </a:xfrm>
          <a:prstGeom prst="roundRect">
            <a:avLst>
              <a:gd name="adj" fmla="val 1020"/>
            </a:avLst>
          </a:prstGeom>
          <a:solidFill>
            <a:srgbClr val="F0FDFA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691640"/>
            <a:ext cx="2148840" cy="310896"/>
          </a:xfrm>
          <a:prstGeom prst="roundRect">
            <a:avLst>
              <a:gd name="adj" fmla="val 14706"/>
            </a:avLst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755648"/>
            <a:ext cx="2002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 10 • DURING COVERAGE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47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COVERAGE_FOUND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Resolver evaluates date_of_loss, not current vehicle state.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45643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1 contains Jan 10 and returns the exact governing terms.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22452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pins coverage_version_id = 1 for durable historical context.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52303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$500 deductible • $100K liability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6208" y="1417320"/>
            <a:ext cx="5303520" cy="4480560"/>
          </a:xfrm>
          <a:prstGeom prst="roundRect">
            <a:avLst>
              <a:gd name="adj" fmla="val 1020"/>
            </a:avLst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56248" y="1691640"/>
            <a:ext cx="2194560" cy="310896"/>
          </a:xfrm>
          <a:prstGeom prst="roundRect">
            <a:avLst>
              <a:gd name="adj" fmla="val 14706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755648"/>
            <a:ext cx="2048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 20 • AFTER REMOVAL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56248" y="224028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REQUIRES_MANUAL_REVIEW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56248" y="283464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effective coverage interval contains Jan 20.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56248" y="345643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does not infer claim ineligibility from missing deterministic coverage.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56248" y="422452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becomes the safe next workflow.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56248" y="52303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automated approval. No automated denial.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public domain, deterministic domain logic, durable historical source of truth.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1920240" cy="1389888"/>
          </a:xfrm>
          <a:prstGeom prst="roundRect">
            <a:avLst>
              <a:gd name="adj" fmla="val 2632"/>
            </a:avLst>
          </a:prstGeom>
          <a:solidFill>
            <a:srgbClr val="ECFE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64008" cy="13898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6367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956816"/>
            <a:ext cx="1627632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19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TypeScript + Vite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63240" y="1508760"/>
            <a:ext cx="2148840" cy="1389888"/>
          </a:xfrm>
          <a:prstGeom prst="roundRect">
            <a:avLst>
              <a:gd name="adj" fmla="val 263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240" y="1508760"/>
            <a:ext cx="64008" cy="138988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7832" y="163677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Vercel Edge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27832" y="1956816"/>
            <a:ext cx="1856232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Same-origin routing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 +  /api/*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23560" y="1508760"/>
            <a:ext cx="2057400" cy="1389888"/>
          </a:xfrm>
          <a:prstGeom prst="roundRect">
            <a:avLst>
              <a:gd name="adj" fmla="val 263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23560" y="1508760"/>
            <a:ext cx="64008" cy="138988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88152" y="16367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88152" y="1956816"/>
            <a:ext cx="1764792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3.12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SQLAlchemy 2.x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2440" y="1508760"/>
            <a:ext cx="2834640" cy="1389888"/>
          </a:xfrm>
          <a:prstGeom prst="roundRect">
            <a:avLst>
              <a:gd name="adj" fmla="val 2632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1508760"/>
            <a:ext cx="64008" cy="13898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6367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 PostgreSQL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57032" y="1956816"/>
            <a:ext cx="2542032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Effective-dated records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+ audit events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651760" y="1993392"/>
            <a:ext cx="301752" cy="347472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30368" y="1993392"/>
            <a:ext cx="301752" cy="347472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99248" y="1993392"/>
            <a:ext cx="301752" cy="347472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429000"/>
            <a:ext cx="4709160" cy="2084832"/>
          </a:xfrm>
          <a:prstGeom prst="roundRect">
            <a:avLst>
              <a:gd name="adj" fmla="val 175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675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lookup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4096512"/>
            <a:ext cx="406908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coverage_version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vehicle_id = 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valid_from &lt;= date_of_loss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(valid_to IS NULL OR date_of_loss &lt; valid_to)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715000" y="3429000"/>
            <a:ext cx="5532120" cy="2084832"/>
          </a:xfrm>
          <a:prstGeom prst="roundRect">
            <a:avLst>
              <a:gd name="adj" fmla="val 175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3675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safety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035040" y="4096512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uses Neon pooled DATABASE_URL + SQLAlchemy NullPool.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35040" y="4617720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Alembic migrations use DATABASE_URL_UNPOOLED during production builds.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35040" y="5138928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seed_if_empty is non-destructive; redeploy persistence was verified.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589788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coverage determination is deterministic SQL. No LLM in the decision path.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 validated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was exercised across unit, component, browser, and live production layers.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2487168" cy="1691640"/>
          </a:xfrm>
          <a:prstGeom prst="roundRect">
            <a:avLst>
              <a:gd name="adj" fmla="val 216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7556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 / 39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32104" y="2267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tests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670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• domain logic • API contracts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3502152" y="1508760"/>
            <a:ext cx="2487168" cy="1691640"/>
          </a:xfrm>
          <a:prstGeom prst="roundRect">
            <a:avLst>
              <a:gd name="adj" fmla="val 2162"/>
            </a:avLst>
          </a:prstGeom>
          <a:solidFill>
            <a:srgbClr val="ECFE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66744" y="17556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C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 / 14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48456" y="2267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tests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85032" y="2670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Vitest + React Testing Library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318504" y="1508760"/>
            <a:ext cx="2487168" cy="1691640"/>
          </a:xfrm>
          <a:prstGeom prst="roundRect">
            <a:avLst>
              <a:gd name="adj" fmla="val 2162"/>
            </a:avLst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17556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/ 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64808" y="2267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E2E journeys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01384" y="2670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 • isolated test DB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9134856" y="1508760"/>
            <a:ext cx="2487168" cy="1691640"/>
          </a:xfrm>
          <a:prstGeom prst="roundRect">
            <a:avLst>
              <a:gd name="adj" fmla="val 2162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9448" y="17556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/ 12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281160" y="2267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verification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317736" y="2670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Vercel + Neon smoke sequence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77240" y="3794760"/>
            <a:ext cx="3383280" cy="1508760"/>
          </a:xfrm>
          <a:prstGeom prst="roundRect">
            <a:avLst>
              <a:gd name="adj" fmla="val 242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794760"/>
            <a:ext cx="64008" cy="1508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39227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88% backend coverage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1832" y="4242816"/>
            <a:ext cx="309067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domain services exceed 90% coverage. Boundary tests include inclusive valid_from and exclusive valid_to behavior.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07408" y="3794760"/>
            <a:ext cx="3383280" cy="1508760"/>
          </a:xfrm>
          <a:prstGeom prst="roundRect">
            <a:avLst>
              <a:gd name="adj" fmla="val 242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07408" y="3794760"/>
            <a:ext cx="64008" cy="15087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9227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0" y="4242816"/>
            <a:ext cx="309067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JSON logs, correlation IDs, request duration, VIN masking, and business audit history separated from operational logs.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37576" y="3794760"/>
            <a:ext cx="3383280" cy="1508760"/>
          </a:xfrm>
          <a:prstGeom prst="roundRect">
            <a:avLst>
              <a:gd name="adj" fmla="val 242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37576" y="3794760"/>
            <a:ext cx="64008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02168" y="39227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Redeploy persistence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02168" y="4242816"/>
            <a:ext cx="309067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 removal and a pinned historical claim survived a complete production redeploy before canonical state was restored.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14400" y="571500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scope: working product-engineering proof of concept; not load-tested or presented as production-hardened insurance infrastructure.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prototype is meant to demonstrate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reasoning first, with enough engineering depth to prove the workflow end-to-end.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56432" cy="3520440"/>
          </a:xfrm>
          <a:prstGeom prst="roundRect">
            <a:avLst>
              <a:gd name="adj" fmla="val 1058"/>
            </a:avLst>
          </a:prstGeom>
          <a:solidFill>
            <a:srgbClr val="ECFE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64008" cy="3520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453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judgment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865376"/>
            <a:ext cx="3163824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Historical truth is different from current operational state.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Uncertainty should become a safe review workflow.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Coverage verification and claim adjudication are separate concerns.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61688" y="1417320"/>
            <a:ext cx="3456432" cy="3520440"/>
          </a:xfrm>
          <a:prstGeom prst="roundRect">
            <a:avLst>
              <a:gd name="adj" fmla="val 1058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61688" y="1417320"/>
            <a:ext cx="64008" cy="35204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5453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judgment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1865376"/>
            <a:ext cx="3163824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Durable temporal records over cache-as-truth.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Immutable claim pinning and restrictive delete protection.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Deterministic SQL, auditability, observability, and deployment safety.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83296" y="1417320"/>
            <a:ext cx="3456432" cy="3520440"/>
          </a:xfrm>
          <a:prstGeom prst="roundRect">
            <a:avLst>
              <a:gd name="adj" fmla="val 1058"/>
            </a:avLst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83296" y="1417320"/>
            <a:ext cx="64008" cy="3520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5453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would validate next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47888" y="1865376"/>
            <a:ext cx="3163824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Carrier time-boundary conventions.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Adjuster manual-review experience.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RBAC, tenant isolation, idempotency, concurrency, and load behavior.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51560" y="53949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17" name="Text 15">
            <a:hlinkClick r:id="rId1" tooltip=""/>
          </p:cNvPr>
          <p:cNvSpPr/>
          <p:nvPr/>
        </p:nvSpPr>
        <p:spPr>
          <a:xfrm>
            <a:off x="1920240" y="53309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historical-coverage-explorer.vercel.app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53949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</a:t>
            </a:r>
            <a:endParaRPr lang="en-US" sz="1000" dirty="0"/>
          </a:p>
        </p:txBody>
      </p:sp>
      <p:sp>
        <p:nvSpPr>
          <p:cNvPr id="19" name="Text 17">
            <a:hlinkClick r:id="rId2" tooltip=""/>
          </p:cNvPr>
          <p:cNvSpPr/>
          <p:nvPr/>
        </p:nvSpPr>
        <p:spPr>
          <a:xfrm>
            <a:off x="7223760" y="533095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0A112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github.com/mansii-28/historical-coverage-explorer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5800" y="5989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11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9052560" y="6053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Mansi Bhanushali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Independent concept prototype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Historical Coverage Explorer - Product + Engineering Follow-Up</dc:title>
  <dc:subject>Historical Coverage Explorer</dc:subject>
  <dc:creator>Mansi Bhanushali</dc:creator>
  <cp:lastModifiedBy>Mansi Bhanushali</cp:lastModifiedBy>
  <cp:revision>1</cp:revision>
  <dcterms:created xsi:type="dcterms:W3CDTF">2026-10-24T05:41:01Z</dcterms:created>
  <dcterms:modified xsi:type="dcterms:W3CDTF">2026-10-24T05:41:01Z</dcterms:modified>
</cp:coreProperties>
</file>